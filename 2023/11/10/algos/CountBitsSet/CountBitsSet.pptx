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5" name="Straight Connector 34"/>
          <p:cNvCxnSpPr/>
          <p:nvPr/>
        </p:nvCxnSpPr>
        <p:spPr>
          <a:xfrm>
            <a:off x="7147560" y="1818640"/>
            <a:ext cx="0" cy="228790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708265" y="1818640"/>
            <a:ext cx="0" cy="228790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ectangles 3"/>
          <p:cNvSpPr/>
          <p:nvPr/>
        </p:nvSpPr>
        <p:spPr>
          <a:xfrm>
            <a:off x="5775325" y="1950085"/>
            <a:ext cx="273304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dist"/>
            <a:r>
              <a:rPr lang="en-US" altLang="zh-CN" sz="3600" b="1" spc="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10101101</a:t>
            </a:r>
            <a:endParaRPr lang="en-US" altLang="zh-CN" sz="3600" b="1" spc="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593215" y="1788160"/>
            <a:ext cx="67246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n=</a:t>
            </a:r>
            <a:endParaRPr lang="en-US" sz="3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5775325" y="3261360"/>
            <a:ext cx="273304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dist">
              <a:buClrTx/>
              <a:buSzTx/>
              <a:buFontTx/>
            </a:pPr>
            <a:r>
              <a:rPr lang="en-US" altLang="zh-CN" sz="3600" b="1" spc="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01010100</a:t>
            </a:r>
            <a:endParaRPr lang="en-US" altLang="zh-CN" sz="3600" b="1" spc="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264920" y="2603500"/>
            <a:ext cx="3930015" cy="2372995"/>
            <a:chOff x="6648" y="1691"/>
            <a:chExt cx="6189" cy="3737"/>
          </a:xfrm>
        </p:grpSpPr>
        <p:grpSp>
          <p:nvGrpSpPr>
            <p:cNvPr id="11" name="Group 10"/>
            <p:cNvGrpSpPr/>
            <p:nvPr/>
          </p:nvGrpSpPr>
          <p:grpSpPr>
            <a:xfrm>
              <a:off x="6971" y="2107"/>
              <a:ext cx="5619" cy="1016"/>
              <a:chOff x="6032" y="2241"/>
              <a:chExt cx="5619" cy="1016"/>
            </a:xfrm>
          </p:grpSpPr>
          <p:sp>
            <p:nvSpPr>
              <p:cNvPr id="6" name="Rectangles 5"/>
              <p:cNvSpPr/>
              <p:nvPr/>
            </p:nvSpPr>
            <p:spPr>
              <a:xfrm>
                <a:off x="7987" y="2241"/>
                <a:ext cx="3664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p>
                <a:pPr algn="ctr"/>
                <a:r>
                  <a:rPr lang="en-US" altLang="zh-CN" sz="3600" b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01010110</a:t>
                </a:r>
                <a:endParaRPr lang="en-US" altLang="zh-CN" sz="3600" b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7" name="Text Box 6"/>
              <p:cNvSpPr txBox="1"/>
              <p:nvPr/>
            </p:nvSpPr>
            <p:spPr>
              <a:xfrm>
                <a:off x="6032" y="2241"/>
                <a:ext cx="2193" cy="1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360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n&gt;&gt;1=</a:t>
                </a:r>
                <a:endParaRPr lang="en-US" sz="36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8" name="Text Box 7"/>
            <p:cNvSpPr txBox="1"/>
            <p:nvPr/>
          </p:nvSpPr>
          <p:spPr>
            <a:xfrm>
              <a:off x="6971" y="4139"/>
              <a:ext cx="5640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36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0x55: </a:t>
              </a:r>
              <a:r>
                <a:rPr lang="en-US" altLang="zh-CN" sz="3600" b="1">
                  <a:solidFill>
                    <a:schemeClr val="bg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01010101</a:t>
              </a:r>
              <a:endParaRPr lang="en-US" altLang="zh-CN" sz="3600" b="1"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" name="Rectangles 8"/>
            <p:cNvSpPr/>
            <p:nvPr/>
          </p:nvSpPr>
          <p:spPr>
            <a:xfrm>
              <a:off x="7446" y="3123"/>
              <a:ext cx="802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altLang="zh-CN" sz="36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DejaVu Serif" panose="02060606050605020204" charset="0"/>
                  <a:cs typeface="DejaVu Serif" panose="02060606050605020204" charset="0"/>
                </a:rPr>
                <a:t>&amp;</a:t>
              </a:r>
              <a:endPara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ejaVu Serif" panose="02060606050605020204" charset="0"/>
                <a:cs typeface="DejaVu Serif" panose="02060606050605020204" charset="0"/>
              </a:endParaRPr>
            </a:p>
          </p:txBody>
        </p:sp>
        <p:sp>
          <p:nvSpPr>
            <p:cNvPr id="13" name="Rectangles 12"/>
            <p:cNvSpPr/>
            <p:nvPr/>
          </p:nvSpPr>
          <p:spPr>
            <a:xfrm>
              <a:off x="6648" y="1691"/>
              <a:ext cx="6189" cy="3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17" name="Rectangles 16"/>
          <p:cNvSpPr/>
          <p:nvPr/>
        </p:nvSpPr>
        <p:spPr>
          <a:xfrm>
            <a:off x="5775325" y="4331335"/>
            <a:ext cx="273304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dist">
              <a:buClrTx/>
              <a:buSzTx/>
              <a:buFontTx/>
            </a:pPr>
            <a:r>
              <a:rPr lang="en-US" altLang="zh-CN" sz="3600" b="1" spc="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01011001</a:t>
            </a:r>
            <a:endParaRPr lang="en-US" altLang="zh-CN" sz="3600" b="1" spc="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172335" y="1788160"/>
            <a:ext cx="252984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dist"/>
            <a:r>
              <a:rPr lang="en-US" altLang="zh-CN" sz="3600" b="1" spc="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10101101</a:t>
            </a:r>
            <a:endParaRPr lang="en-US" altLang="zh-CN" sz="3600" b="1" spc="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292725" y="3583940"/>
            <a:ext cx="486410" cy="0"/>
          </a:xfrm>
          <a:prstGeom prst="straightConnector1">
            <a:avLst/>
          </a:prstGeom>
          <a:ln w="508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1"/>
          <p:cNvSpPr txBox="1"/>
          <p:nvPr/>
        </p:nvSpPr>
        <p:spPr>
          <a:xfrm>
            <a:off x="6029325" y="4170045"/>
            <a:ext cx="30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1</a:t>
            </a:r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6663055" y="4170045"/>
            <a:ext cx="30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1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7296785" y="4170045"/>
            <a:ext cx="30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2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7918450" y="4170045"/>
            <a:ext cx="30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1</a:t>
            </a:r>
            <a:endParaRPr lang="en-US"/>
          </a:p>
        </p:txBody>
      </p:sp>
      <p:sp>
        <p:nvSpPr>
          <p:cNvPr id="30" name="Rectangles 29"/>
          <p:cNvSpPr/>
          <p:nvPr/>
        </p:nvSpPr>
        <p:spPr>
          <a:xfrm>
            <a:off x="1028700" y="647065"/>
            <a:ext cx="168275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algn="ctr"/>
            <a:r>
              <a:rPr lang="en-US" altLang="zh-CN" sz="4000" b="1">
                <a:solidFill>
                  <a:schemeClr val="accent3"/>
                </a:solidFill>
                <a:effectLst/>
              </a:rPr>
              <a:t>Step 1</a:t>
            </a:r>
            <a:endParaRPr lang="en-US" altLang="zh-CN" sz="4000" b="1">
              <a:solidFill>
                <a:schemeClr val="accent3"/>
              </a:solidFill>
              <a:effectLst/>
            </a:endParaRPr>
          </a:p>
        </p:txBody>
      </p:sp>
      <p:sp>
        <p:nvSpPr>
          <p:cNvPr id="32" name="Minus 31"/>
          <p:cNvSpPr/>
          <p:nvPr/>
        </p:nvSpPr>
        <p:spPr>
          <a:xfrm>
            <a:off x="6800850" y="2776220"/>
            <a:ext cx="681355" cy="304165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6485255" y="1818640"/>
            <a:ext cx="0" cy="228790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Text Box 28"/>
          <p:cNvSpPr txBox="1"/>
          <p:nvPr/>
        </p:nvSpPr>
        <p:spPr>
          <a:xfrm>
            <a:off x="4375785" y="1934210"/>
            <a:ext cx="39878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0x33: </a:t>
            </a:r>
            <a:r>
              <a:rPr lang="en-US" altLang="zh-CN" sz="3600" b="1" spc="400"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00110011</a:t>
            </a:r>
            <a:endParaRPr lang="en-US" altLang="zh-CN" sz="3600" b="1" spc="400">
              <a:solidFill>
                <a:schemeClr val="bg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5630545" y="1173480"/>
            <a:ext cx="273304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dist">
              <a:buClrTx/>
              <a:buSzTx/>
              <a:buFontTx/>
            </a:pPr>
            <a:r>
              <a:rPr lang="en-US" altLang="zh-CN" sz="3600" b="1" spc="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01011001</a:t>
            </a:r>
            <a:endParaRPr lang="en-US" altLang="zh-CN" sz="3600" b="1" spc="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5" y="1173480"/>
            <a:ext cx="3369945" cy="2165985"/>
          </a:xfrm>
          <a:prstGeom prst="rect">
            <a:avLst/>
          </a:prstGeom>
        </p:spPr>
      </p:pic>
      <p:sp>
        <p:nvSpPr>
          <p:cNvPr id="18" name="Rectangles 17"/>
          <p:cNvSpPr/>
          <p:nvPr/>
        </p:nvSpPr>
        <p:spPr>
          <a:xfrm>
            <a:off x="5630545" y="5455920"/>
            <a:ext cx="273304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dist">
              <a:buClrTx/>
              <a:buSzTx/>
              <a:buFontTx/>
            </a:pPr>
            <a:r>
              <a:rPr lang="en-US" altLang="zh-CN" sz="3600" b="1" spc="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00010110</a:t>
            </a:r>
            <a:endParaRPr lang="en-US" altLang="zh-CN" sz="3600" b="1" spc="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cxnSp>
        <p:nvCxnSpPr>
          <p:cNvPr id="28" name="Curved Connector 27"/>
          <p:cNvCxnSpPr/>
          <p:nvPr/>
        </p:nvCxnSpPr>
        <p:spPr>
          <a:xfrm flipV="1">
            <a:off x="3735070" y="1524000"/>
            <a:ext cx="1691005" cy="1374775"/>
          </a:xfrm>
          <a:prstGeom prst="curvedConnector3">
            <a:avLst>
              <a:gd name="adj1" fmla="val 28426"/>
            </a:avLst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endCxn id="18" idx="1"/>
          </p:cNvCxnSpPr>
          <p:nvPr/>
        </p:nvCxnSpPr>
        <p:spPr>
          <a:xfrm rot="5400000" flipV="1">
            <a:off x="3242945" y="3390265"/>
            <a:ext cx="2879725" cy="1895475"/>
          </a:xfrm>
          <a:prstGeom prst="curvedConnector2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3540125" y="3697605"/>
            <a:ext cx="6629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&gt;&gt;2</a:t>
            </a:r>
            <a:endParaRPr 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4375785" y="4678045"/>
            <a:ext cx="39878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0x33: </a:t>
            </a:r>
            <a:r>
              <a:rPr lang="en-US" altLang="zh-CN" sz="3600" b="1" spc="400"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00110011</a:t>
            </a:r>
            <a:endParaRPr lang="en-US" altLang="zh-CN" sz="3600" b="1" spc="400">
              <a:solidFill>
                <a:schemeClr val="bg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630545" y="2700655"/>
            <a:ext cx="273304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dist">
              <a:buClrTx/>
              <a:buSzTx/>
              <a:buFontTx/>
            </a:pPr>
            <a:r>
              <a:rPr lang="en-US" altLang="zh-CN" sz="3600" b="1" spc="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00010001</a:t>
            </a:r>
            <a:endParaRPr lang="en-US" altLang="zh-CN" sz="3600" b="1" spc="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6623051" y="1687830"/>
            <a:ext cx="3892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zh-CN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ejaVu Serif" panose="02060606050605020204" charset="0"/>
                <a:cs typeface="DejaVu Serif" panose="02060606050605020204" charset="0"/>
                <a:sym typeface="+mn-ea"/>
              </a:rPr>
              <a:t>&amp;</a:t>
            </a:r>
            <a:endParaRPr lang="en-US"/>
          </a:p>
        </p:txBody>
      </p:sp>
      <p:sp>
        <p:nvSpPr>
          <p:cNvPr id="40" name="Text Box 39"/>
          <p:cNvSpPr txBox="1"/>
          <p:nvPr/>
        </p:nvSpPr>
        <p:spPr>
          <a:xfrm>
            <a:off x="6630353" y="2458085"/>
            <a:ext cx="37465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zh-CN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ejaVu Serif" panose="02060606050605020204" charset="0"/>
                <a:cs typeface="DejaVu Serif" panose="02060606050605020204" charset="0"/>
                <a:sym typeface="+mn-ea"/>
              </a:rPr>
              <a:t>=</a:t>
            </a:r>
            <a:endParaRPr lang="en-US"/>
          </a:p>
        </p:txBody>
      </p:sp>
      <p:sp>
        <p:nvSpPr>
          <p:cNvPr id="41" name="Text Box 40"/>
          <p:cNvSpPr txBox="1"/>
          <p:nvPr/>
        </p:nvSpPr>
        <p:spPr>
          <a:xfrm>
            <a:off x="6623051" y="5196205"/>
            <a:ext cx="3892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zh-CN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ejaVu Serif" panose="02060606050605020204" charset="0"/>
                <a:cs typeface="DejaVu Serif" panose="02060606050605020204" charset="0"/>
                <a:sym typeface="+mn-ea"/>
              </a:rPr>
              <a:t>&amp;</a:t>
            </a:r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6630353" y="4410075"/>
            <a:ext cx="37465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zh-CN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ejaVu Serif" panose="02060606050605020204" charset="0"/>
                <a:cs typeface="DejaVu Serif" panose="02060606050605020204" charset="0"/>
                <a:sym typeface="+mn-ea"/>
              </a:rPr>
              <a:t>=</a:t>
            </a:r>
            <a:endParaRPr lang="en-US"/>
          </a:p>
        </p:txBody>
      </p:sp>
      <p:sp>
        <p:nvSpPr>
          <p:cNvPr id="43" name="Rectangles 42"/>
          <p:cNvSpPr/>
          <p:nvPr/>
        </p:nvSpPr>
        <p:spPr>
          <a:xfrm>
            <a:off x="5629910" y="3844290"/>
            <a:ext cx="273304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dist">
              <a:buClrTx/>
              <a:buSzTx/>
              <a:buFontTx/>
            </a:pPr>
            <a:r>
              <a:rPr lang="en-US" altLang="zh-CN" sz="3600" b="1" spc="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00010010</a:t>
            </a:r>
            <a:endParaRPr lang="en-US" altLang="zh-CN" sz="3600" b="1" spc="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6960235" y="915670"/>
            <a:ext cx="0" cy="540258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Text Box 44"/>
          <p:cNvSpPr txBox="1"/>
          <p:nvPr/>
        </p:nvSpPr>
        <p:spPr>
          <a:xfrm>
            <a:off x="6653213" y="3411220"/>
            <a:ext cx="34290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sz="2400"/>
              <a:t>+</a:t>
            </a:r>
            <a:endParaRPr lang="en-US" sz="2400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8359140" y="3594735"/>
            <a:ext cx="486410" cy="0"/>
          </a:xfrm>
          <a:prstGeom prst="straightConnector1">
            <a:avLst/>
          </a:prstGeom>
          <a:ln w="508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s 46"/>
          <p:cNvSpPr/>
          <p:nvPr/>
        </p:nvSpPr>
        <p:spPr>
          <a:xfrm>
            <a:off x="8845550" y="3226435"/>
            <a:ext cx="273304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dist">
              <a:buClrTx/>
              <a:buSzTx/>
              <a:buFontTx/>
            </a:pPr>
            <a:r>
              <a:rPr lang="en-US" altLang="zh-CN" sz="3600" b="1" spc="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00100011</a:t>
            </a:r>
            <a:endParaRPr lang="en-US" altLang="zh-CN" sz="3600" b="1" spc="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10208260" y="2996565"/>
            <a:ext cx="0" cy="103378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 Box 48"/>
          <p:cNvSpPr txBox="1"/>
          <p:nvPr/>
        </p:nvSpPr>
        <p:spPr>
          <a:xfrm>
            <a:off x="9436735" y="2898775"/>
            <a:ext cx="30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2</a:t>
            </a:r>
            <a:endParaRPr lang="en-US"/>
          </a:p>
        </p:txBody>
      </p:sp>
      <p:sp>
        <p:nvSpPr>
          <p:cNvPr id="50" name="Text Box 49"/>
          <p:cNvSpPr txBox="1"/>
          <p:nvPr/>
        </p:nvSpPr>
        <p:spPr>
          <a:xfrm>
            <a:off x="10673715" y="2929255"/>
            <a:ext cx="30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3</a:t>
            </a:r>
            <a:endParaRPr lang="en-US"/>
          </a:p>
        </p:txBody>
      </p:sp>
      <p:sp>
        <p:nvSpPr>
          <p:cNvPr id="51" name="Rectangles 50"/>
          <p:cNvSpPr/>
          <p:nvPr/>
        </p:nvSpPr>
        <p:spPr>
          <a:xfrm>
            <a:off x="3841750" y="111760"/>
            <a:ext cx="168275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algn="ctr"/>
            <a:r>
              <a:rPr lang="en-US" altLang="zh-CN" sz="4000" b="1">
                <a:solidFill>
                  <a:schemeClr val="accent3"/>
                </a:solidFill>
                <a:effectLst/>
              </a:rPr>
              <a:t>Step 2</a:t>
            </a:r>
            <a:endParaRPr lang="en-US" altLang="zh-CN" sz="4000" b="1">
              <a:solidFill>
                <a:schemeClr val="accent3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2367280" y="1699895"/>
            <a:ext cx="20154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00000001</a:t>
            </a:r>
            <a:endParaRPr lang="en-US" altLang="zh-CN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242435" y="1699895"/>
            <a:ext cx="20154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00000001</a:t>
            </a:r>
            <a:endParaRPr lang="en-US" altLang="zh-CN" sz="2800" b="1">
              <a:solidFill>
                <a:schemeClr val="bg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117590" y="1699895"/>
            <a:ext cx="20154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800" b="1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00000001</a:t>
            </a:r>
            <a:endParaRPr lang="en-US" altLang="zh-CN" sz="2800" b="1"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992745" y="1699895"/>
            <a:ext cx="20154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800" b="1"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00000001</a:t>
            </a:r>
            <a:endParaRPr lang="en-US" altLang="zh-CN" sz="2800" b="1"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67055" y="1776730"/>
            <a:ext cx="13773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0x01010101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088390" y="439420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400"/>
              <a:t>x</a:t>
            </a:r>
            <a:endParaRPr lang="en-US" sz="2400"/>
          </a:p>
        </p:txBody>
      </p:sp>
      <p:sp>
        <p:nvSpPr>
          <p:cNvPr id="10" name="Rectangles 9"/>
          <p:cNvSpPr/>
          <p:nvPr/>
        </p:nvSpPr>
        <p:spPr>
          <a:xfrm>
            <a:off x="2367280" y="408305"/>
            <a:ext cx="20154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en-US" altLang="zh-CN" sz="2800" b="1"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00000001</a:t>
            </a:r>
            <a:endParaRPr lang="en-US" altLang="zh-CN" sz="2800" b="1"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243070" y="408305"/>
            <a:ext cx="20154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en-US" altLang="zh-CN" sz="2800" b="1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00000011</a:t>
            </a:r>
            <a:endParaRPr lang="en-US" altLang="zh-CN" sz="2800" b="1"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6118860" y="408305"/>
            <a:ext cx="20154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00000111</a:t>
            </a:r>
            <a:endParaRPr lang="en-US" altLang="zh-CN" sz="2800" b="1">
              <a:solidFill>
                <a:schemeClr val="bg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7994650" y="408305"/>
            <a:ext cx="20154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00001111</a:t>
            </a:r>
            <a:endParaRPr lang="en-US" altLang="zh-CN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2367280" y="2683510"/>
            <a:ext cx="7644765" cy="521970"/>
            <a:chOff x="3728" y="4226"/>
            <a:chExt cx="12039" cy="822"/>
          </a:xfrm>
        </p:grpSpPr>
        <p:sp>
          <p:nvSpPr>
            <p:cNvPr id="19" name="Rectangles 18"/>
            <p:cNvSpPr/>
            <p:nvPr/>
          </p:nvSpPr>
          <p:spPr>
            <a:xfrm>
              <a:off x="3728" y="422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2800" b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00001111</a:t>
              </a:r>
              <a:endPara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6683" y="4226"/>
              <a:ext cx="9084" cy="822"/>
              <a:chOff x="6811" y="5726"/>
              <a:chExt cx="9084" cy="822"/>
            </a:xfrm>
          </p:grpSpPr>
          <p:sp>
            <p:nvSpPr>
              <p:cNvPr id="24" name="Rectangles 23"/>
              <p:cNvSpPr/>
              <p:nvPr/>
            </p:nvSpPr>
            <p:spPr>
              <a:xfrm>
                <a:off x="6811" y="5726"/>
                <a:ext cx="317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p>
                <a:pPr algn="ctr"/>
                <a:r>
                  <a:rPr lang="en-US" altLang="zh-CN" sz="2800" b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00000000</a:t>
                </a:r>
                <a:endParaRPr lang="en-US" altLang="zh-CN" sz="2800" b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5" name="Rectangles 24"/>
              <p:cNvSpPr/>
              <p:nvPr/>
            </p:nvSpPr>
            <p:spPr>
              <a:xfrm>
                <a:off x="9766" y="5726"/>
                <a:ext cx="317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p>
                <a:pPr algn="ctr"/>
                <a:r>
                  <a:rPr lang="en-US" altLang="zh-CN" sz="2800" b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00000000</a:t>
                </a:r>
                <a:endParaRPr lang="en-US" altLang="zh-CN" sz="2800" b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6" name="Rectangles 25"/>
              <p:cNvSpPr/>
              <p:nvPr/>
            </p:nvSpPr>
            <p:spPr>
              <a:xfrm>
                <a:off x="12721" y="5726"/>
                <a:ext cx="317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p>
                <a:pPr algn="ctr"/>
                <a:r>
                  <a:rPr lang="en-US" altLang="zh-CN" sz="2800" b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00000000</a:t>
                </a:r>
                <a:endParaRPr lang="en-US" altLang="zh-CN" sz="2800" b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54" name="Group 53"/>
          <p:cNvGrpSpPr/>
          <p:nvPr/>
        </p:nvGrpSpPr>
        <p:grpSpPr>
          <a:xfrm>
            <a:off x="2367280" y="3312160"/>
            <a:ext cx="7644765" cy="521970"/>
            <a:chOff x="3728" y="5216"/>
            <a:chExt cx="12039" cy="822"/>
          </a:xfrm>
        </p:grpSpPr>
        <p:sp>
          <p:nvSpPr>
            <p:cNvPr id="20" name="Rectangles 19"/>
            <p:cNvSpPr/>
            <p:nvPr/>
          </p:nvSpPr>
          <p:spPr>
            <a:xfrm>
              <a:off x="3728" y="521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800" b="1">
                  <a:solidFill>
                    <a:schemeClr val="bg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00000111</a:t>
              </a:r>
              <a:endParaRPr lang="en-US" altLang="zh-CN" sz="2800" b="1"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8" name="Rectangles 27"/>
            <p:cNvSpPr/>
            <p:nvPr/>
          </p:nvSpPr>
          <p:spPr>
            <a:xfrm>
              <a:off x="6683" y="521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800" b="1">
                  <a:solidFill>
                    <a:schemeClr val="bg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00000000</a:t>
              </a:r>
              <a:endParaRPr lang="en-US" altLang="zh-CN" sz="2800" b="1"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9" name="Rectangles 28"/>
            <p:cNvSpPr/>
            <p:nvPr/>
          </p:nvSpPr>
          <p:spPr>
            <a:xfrm>
              <a:off x="9638" y="521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800" b="1">
                  <a:solidFill>
                    <a:schemeClr val="bg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00000000</a:t>
              </a:r>
              <a:endParaRPr lang="en-US" altLang="zh-CN" sz="2800" b="1"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0" name="Rectangles 29"/>
            <p:cNvSpPr/>
            <p:nvPr/>
          </p:nvSpPr>
          <p:spPr>
            <a:xfrm>
              <a:off x="12593" y="521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800" b="1">
                  <a:solidFill>
                    <a:schemeClr val="bg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00000000</a:t>
              </a:r>
              <a:endParaRPr lang="en-US" altLang="zh-CN" sz="2800" b="1"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367280" y="3940810"/>
            <a:ext cx="7644765" cy="521970"/>
            <a:chOff x="3728" y="6206"/>
            <a:chExt cx="12039" cy="822"/>
          </a:xfrm>
        </p:grpSpPr>
        <p:sp>
          <p:nvSpPr>
            <p:cNvPr id="21" name="Rectangles 20"/>
            <p:cNvSpPr/>
            <p:nvPr/>
          </p:nvSpPr>
          <p:spPr>
            <a:xfrm>
              <a:off x="3728" y="620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800" b="1">
                  <a:solidFill>
                    <a:srgbClr val="FFC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00000011</a:t>
              </a:r>
              <a:endParaRPr lang="en-US" altLang="zh-CN" sz="2800" b="1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6683" y="6206"/>
              <a:ext cx="9084" cy="822"/>
              <a:chOff x="7211" y="6126"/>
              <a:chExt cx="9084" cy="822"/>
            </a:xfrm>
          </p:grpSpPr>
          <p:sp>
            <p:nvSpPr>
              <p:cNvPr id="31" name="Rectangles 30"/>
              <p:cNvSpPr/>
              <p:nvPr/>
            </p:nvSpPr>
            <p:spPr>
              <a:xfrm>
                <a:off x="7211" y="6126"/>
                <a:ext cx="317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p>
                <a:pPr algn="ctr">
                  <a:buClrTx/>
                  <a:buSzTx/>
                  <a:buFontTx/>
                </a:pPr>
                <a:r>
                  <a:rPr lang="en-US" altLang="zh-CN" sz="2800" b="1">
                    <a:solidFill>
                      <a:srgbClr val="FFC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00000000</a:t>
                </a:r>
                <a:endParaRPr lang="en-US" altLang="zh-CN" sz="2800" b="1">
                  <a:solidFill>
                    <a:srgbClr val="FFC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32" name="Rectangles 31"/>
              <p:cNvSpPr/>
              <p:nvPr/>
            </p:nvSpPr>
            <p:spPr>
              <a:xfrm>
                <a:off x="10166" y="6126"/>
                <a:ext cx="317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p>
                <a:pPr algn="ctr">
                  <a:buClrTx/>
                  <a:buSzTx/>
                  <a:buFontTx/>
                </a:pPr>
                <a:r>
                  <a:rPr lang="en-US" altLang="zh-CN" sz="2800" b="1">
                    <a:solidFill>
                      <a:srgbClr val="FFC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00000000</a:t>
                </a:r>
                <a:endParaRPr lang="en-US" altLang="zh-CN" sz="2800" b="1">
                  <a:solidFill>
                    <a:srgbClr val="FFC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33" name="Rectangles 32"/>
              <p:cNvSpPr/>
              <p:nvPr/>
            </p:nvSpPr>
            <p:spPr>
              <a:xfrm>
                <a:off x="13121" y="6126"/>
                <a:ext cx="317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p>
                <a:pPr algn="ctr">
                  <a:buClrTx/>
                  <a:buSzTx/>
                  <a:buFontTx/>
                </a:pPr>
                <a:r>
                  <a:rPr lang="en-US" altLang="zh-CN" sz="2800" b="1">
                    <a:solidFill>
                      <a:srgbClr val="FFC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00000000</a:t>
                </a:r>
                <a:endParaRPr lang="en-US" altLang="zh-CN" sz="2800" b="1">
                  <a:solidFill>
                    <a:srgbClr val="FFC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56" name="Group 55"/>
          <p:cNvGrpSpPr/>
          <p:nvPr/>
        </p:nvGrpSpPr>
        <p:grpSpPr>
          <a:xfrm>
            <a:off x="2367280" y="4569460"/>
            <a:ext cx="7644765" cy="521970"/>
            <a:chOff x="3728" y="7196"/>
            <a:chExt cx="12039" cy="822"/>
          </a:xfrm>
        </p:grpSpPr>
        <p:sp>
          <p:nvSpPr>
            <p:cNvPr id="22" name="Rectangles 21"/>
            <p:cNvSpPr/>
            <p:nvPr/>
          </p:nvSpPr>
          <p:spPr>
            <a:xfrm>
              <a:off x="3728" y="719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800" b="1">
                  <a:solidFill>
                    <a:srgbClr val="92D05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00000001</a:t>
              </a:r>
              <a:endParaRPr lang="en-US" altLang="zh-CN" sz="2800" b="1"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6683" y="7196"/>
              <a:ext cx="9084" cy="822"/>
              <a:chOff x="7030" y="8696"/>
              <a:chExt cx="9084" cy="822"/>
            </a:xfrm>
          </p:grpSpPr>
          <p:sp>
            <p:nvSpPr>
              <p:cNvPr id="34" name="Rectangles 33"/>
              <p:cNvSpPr/>
              <p:nvPr/>
            </p:nvSpPr>
            <p:spPr>
              <a:xfrm>
                <a:off x="7030" y="8696"/>
                <a:ext cx="317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p>
                <a:pPr algn="ctr">
                  <a:buClrTx/>
                  <a:buSzTx/>
                  <a:buFontTx/>
                </a:pPr>
                <a:r>
                  <a:rPr lang="en-US" altLang="zh-CN" sz="2800" b="1">
                    <a:solidFill>
                      <a:srgbClr val="92D05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00000000</a:t>
                </a:r>
                <a:endParaRPr lang="en-US" altLang="zh-CN" sz="2800" b="1">
                  <a:solidFill>
                    <a:srgbClr val="92D05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35" name="Rectangles 34"/>
              <p:cNvSpPr/>
              <p:nvPr/>
            </p:nvSpPr>
            <p:spPr>
              <a:xfrm>
                <a:off x="9985" y="8696"/>
                <a:ext cx="317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p>
                <a:pPr algn="ctr">
                  <a:buClrTx/>
                  <a:buSzTx/>
                  <a:buFontTx/>
                </a:pPr>
                <a:r>
                  <a:rPr lang="en-US" altLang="zh-CN" sz="2800" b="1">
                    <a:solidFill>
                      <a:srgbClr val="92D05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00000000</a:t>
                </a:r>
                <a:endParaRPr lang="en-US" altLang="zh-CN" sz="2800" b="1">
                  <a:solidFill>
                    <a:srgbClr val="92D05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36" name="Rectangles 35"/>
              <p:cNvSpPr/>
              <p:nvPr/>
            </p:nvSpPr>
            <p:spPr>
              <a:xfrm>
                <a:off x="12940" y="8696"/>
                <a:ext cx="317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p>
                <a:pPr algn="ctr">
                  <a:buClrTx/>
                  <a:buSzTx/>
                  <a:buFontTx/>
                </a:pPr>
                <a:r>
                  <a:rPr lang="en-US" altLang="zh-CN" sz="2800" b="1">
                    <a:solidFill>
                      <a:srgbClr val="92D05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00000000</a:t>
                </a:r>
                <a:endParaRPr lang="en-US" altLang="zh-CN" sz="2800" b="1">
                  <a:solidFill>
                    <a:srgbClr val="92D05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41" name="Text Box 40"/>
          <p:cNvSpPr txBox="1"/>
          <p:nvPr/>
        </p:nvSpPr>
        <p:spPr>
          <a:xfrm>
            <a:off x="5796280" y="1069975"/>
            <a:ext cx="6127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000"/>
              <a:t>*</a:t>
            </a:r>
            <a:endParaRPr lang="en-US" sz="4000"/>
          </a:p>
        </p:txBody>
      </p:sp>
      <p:sp>
        <p:nvSpPr>
          <p:cNvPr id="42" name="Text Box 41"/>
          <p:cNvSpPr txBox="1"/>
          <p:nvPr/>
        </p:nvSpPr>
        <p:spPr>
          <a:xfrm>
            <a:off x="2988310" y="2991485"/>
            <a:ext cx="6127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200"/>
              <a:t>+</a:t>
            </a:r>
            <a:endParaRPr lang="en-US" sz="3200"/>
          </a:p>
        </p:txBody>
      </p:sp>
      <p:sp>
        <p:nvSpPr>
          <p:cNvPr id="43" name="Text Box 42"/>
          <p:cNvSpPr txBox="1"/>
          <p:nvPr/>
        </p:nvSpPr>
        <p:spPr>
          <a:xfrm>
            <a:off x="2988310" y="3585210"/>
            <a:ext cx="6127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200"/>
              <a:t>+</a:t>
            </a:r>
            <a:endParaRPr lang="en-US" sz="3200"/>
          </a:p>
        </p:txBody>
      </p:sp>
      <p:sp>
        <p:nvSpPr>
          <p:cNvPr id="44" name="Text Box 43"/>
          <p:cNvSpPr txBox="1"/>
          <p:nvPr/>
        </p:nvSpPr>
        <p:spPr>
          <a:xfrm>
            <a:off x="2988310" y="4197985"/>
            <a:ext cx="6127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200"/>
              <a:t>+</a:t>
            </a:r>
            <a:endParaRPr lang="en-US" sz="3200"/>
          </a:p>
        </p:txBody>
      </p:sp>
      <p:grpSp>
        <p:nvGrpSpPr>
          <p:cNvPr id="52" name="Group 51"/>
          <p:cNvGrpSpPr/>
          <p:nvPr/>
        </p:nvGrpSpPr>
        <p:grpSpPr>
          <a:xfrm>
            <a:off x="2306955" y="5636260"/>
            <a:ext cx="7785735" cy="521970"/>
            <a:chOff x="3601" y="8876"/>
            <a:chExt cx="12261" cy="822"/>
          </a:xfrm>
        </p:grpSpPr>
        <p:sp>
          <p:nvSpPr>
            <p:cNvPr id="46" name="Rectangles 45"/>
            <p:cNvSpPr/>
            <p:nvPr/>
          </p:nvSpPr>
          <p:spPr>
            <a:xfrm>
              <a:off x="3601" y="887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800" b="1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00011010</a:t>
              </a:r>
              <a:endParaRPr lang="en-US" altLang="zh-CN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47" name="Rectangles 46"/>
            <p:cNvSpPr/>
            <p:nvPr/>
          </p:nvSpPr>
          <p:spPr>
            <a:xfrm>
              <a:off x="6630" y="887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800" b="1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00000000</a:t>
              </a:r>
              <a:endParaRPr lang="en-US" altLang="zh-CN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48" name="Rectangles 47"/>
            <p:cNvSpPr/>
            <p:nvPr/>
          </p:nvSpPr>
          <p:spPr>
            <a:xfrm>
              <a:off x="9659" y="887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800" b="1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00000000</a:t>
              </a:r>
              <a:endParaRPr lang="en-US" altLang="zh-CN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49" name="Rectangles 48"/>
            <p:cNvSpPr/>
            <p:nvPr/>
          </p:nvSpPr>
          <p:spPr>
            <a:xfrm>
              <a:off x="12688" y="8876"/>
              <a:ext cx="317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2800" b="1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00000000</a:t>
              </a:r>
              <a:endParaRPr lang="en-US" altLang="zh-CN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</p:grpSp>
      <p:sp>
        <p:nvSpPr>
          <p:cNvPr id="51" name="Equal 50"/>
          <p:cNvSpPr/>
          <p:nvPr/>
        </p:nvSpPr>
        <p:spPr>
          <a:xfrm rot="16200000">
            <a:off x="2985135" y="5286375"/>
            <a:ext cx="547370" cy="152400"/>
          </a:xfrm>
          <a:prstGeom prst="mathEqual">
            <a:avLst>
              <a:gd name="adj1" fmla="val 23520"/>
              <a:gd name="adj2" fmla="val 34188"/>
            </a:avLst>
          </a:prstGeom>
          <a:ln w="6350" cap="rnd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  <p:bldP spid="43" grpId="0"/>
      <p:bldP spid="43" grpId="1"/>
      <p:bldP spid="44" grpId="0"/>
      <p:bldP spid="44" grpId="1"/>
      <p:bldP spid="51" grpId="0" animBg="1"/>
      <p:bldP spid="51" grpId="1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WPS Presentation</Application>
  <PresentationFormat>宽屏</PresentationFormat>
  <Paragraphs>128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SimSun</vt:lpstr>
      <vt:lpstr>Wingdings</vt:lpstr>
      <vt:lpstr>DejaVu Serif</vt:lpstr>
      <vt:lpstr>Calibri</vt:lpstr>
      <vt:lpstr>Trebuchet MS</vt:lpstr>
      <vt:lpstr>Microsoft YaHei</vt:lpstr>
      <vt:lpstr>Droid Sans Fallback</vt:lpstr>
      <vt:lpstr>Arial Unicode MS</vt:lpstr>
      <vt:lpstr>SimSun</vt:lpstr>
      <vt:lpstr>Calibri Light</vt:lpstr>
      <vt:lpstr>OpenSymbol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wps</dc:creator>
  <cp:lastModifiedBy>linzy5</cp:lastModifiedBy>
  <cp:revision>8</cp:revision>
  <dcterms:created xsi:type="dcterms:W3CDTF">2023-11-10T14:53:33Z</dcterms:created>
  <dcterms:modified xsi:type="dcterms:W3CDTF">2023-11-10T14:53:33Z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1033-11.1.0.11691</vt:lpwstr>
  </property>
</Properties>
</file>