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Oval 24"/>
          <p:cNvSpPr/>
          <p:nvPr/>
        </p:nvSpPr>
        <p:spPr>
          <a:xfrm>
            <a:off x="926465" y="1913890"/>
            <a:ext cx="2827655" cy="1358265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239010" y="2546985"/>
            <a:ext cx="202565" cy="20256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032000" y="2066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59000" y="2193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80235" y="23710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413000" y="2447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7090" y="30060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032000" y="28790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794000" y="2828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971800" y="2193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220720" y="343662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736090" y="274955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276350" y="322834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880235" y="3082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88360" y="170942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413000" y="3476625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872865" y="2955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480185" y="178816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41575" y="19138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216660" y="2470785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378200" y="2447290"/>
            <a:ext cx="76200" cy="76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441575" y="2668270"/>
            <a:ext cx="2077720" cy="2330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4" idx="7"/>
          </p:cNvCxnSpPr>
          <p:nvPr/>
        </p:nvCxnSpPr>
        <p:spPr>
          <a:xfrm flipV="1">
            <a:off x="2411730" y="1523365"/>
            <a:ext cx="1094105" cy="1053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/>
        </p:nvSpPr>
        <p:spPr>
          <a:xfrm>
            <a:off x="3757295" y="3158490"/>
            <a:ext cx="307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u</a:t>
            </a:r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3179445" y="1155065"/>
            <a:ext cx="2946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v</a:t>
            </a:r>
            <a:endParaRPr lang="en-US"/>
          </a:p>
        </p:txBody>
      </p:sp>
      <p:cxnSp>
        <p:nvCxnSpPr>
          <p:cNvPr id="31" name="Straight Arrow Connector 30"/>
          <p:cNvCxnSpPr>
            <a:stCxn id="4" idx="0"/>
          </p:cNvCxnSpPr>
          <p:nvPr/>
        </p:nvCxnSpPr>
        <p:spPr>
          <a:xfrm flipV="1">
            <a:off x="2340610" y="1341120"/>
            <a:ext cx="0" cy="120586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2326005" y="1341120"/>
            <a:ext cx="307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n</a:t>
            </a:r>
            <a:endParaRPr lang="en-US"/>
          </a:p>
        </p:txBody>
      </p:sp>
      <p:cxnSp>
        <p:nvCxnSpPr>
          <p:cNvPr id="34" name="Straight Connector 33"/>
          <p:cNvCxnSpPr>
            <a:stCxn id="17" idx="3"/>
            <a:endCxn id="4" idx="7"/>
          </p:cNvCxnSpPr>
          <p:nvPr/>
        </p:nvCxnSpPr>
        <p:spPr>
          <a:xfrm flipH="1">
            <a:off x="2411730" y="1774190"/>
            <a:ext cx="988060" cy="80264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4" idx="7"/>
          </p:cNvCxnSpPr>
          <p:nvPr/>
        </p:nvCxnSpPr>
        <p:spPr>
          <a:xfrm flipH="1">
            <a:off x="2411730" y="2344420"/>
            <a:ext cx="1094105" cy="23241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443605" y="1730375"/>
            <a:ext cx="22225" cy="61341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Block Arc 37"/>
          <p:cNvSpPr/>
          <p:nvPr/>
        </p:nvSpPr>
        <p:spPr>
          <a:xfrm rot="5220000">
            <a:off x="2709545" y="2467610"/>
            <a:ext cx="172720" cy="285115"/>
          </a:xfrm>
          <a:prstGeom prst="blockArc">
            <a:avLst>
              <a:gd name="adj1" fmla="val 10800000"/>
              <a:gd name="adj2" fmla="val 163944"/>
              <a:gd name="adj3" fmla="val 0"/>
            </a:avLst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2907665" y="24644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Presentation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Trebuchet MS</vt:lpstr>
      <vt:lpstr>Microsoft YaHei</vt:lpstr>
      <vt:lpstr>Droid Sans Fallback</vt:lpstr>
      <vt:lpstr>SimSun</vt:lpstr>
      <vt:lpstr>SimSun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linzy5</cp:lastModifiedBy>
  <cp:revision>2</cp:revision>
  <dcterms:created xsi:type="dcterms:W3CDTF">2025-10-11T10:31:26Z</dcterms:created>
  <dcterms:modified xsi:type="dcterms:W3CDTF">2025-10-11T10:31:26Z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