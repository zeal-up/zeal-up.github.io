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9" name="Straight Arrow Connector 8"/>
          <p:cNvCxnSpPr/>
          <p:nvPr/>
        </p:nvCxnSpPr>
        <p:spPr>
          <a:xfrm>
            <a:off x="1823720" y="2692400"/>
            <a:ext cx="36626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6200000" flipV="1">
            <a:off x="1516380" y="2716530"/>
            <a:ext cx="36626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603500" y="2011045"/>
            <a:ext cx="109220" cy="1092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4092575" y="2011045"/>
            <a:ext cx="109220" cy="1092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494280" y="3374390"/>
            <a:ext cx="109220" cy="1092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092575" y="3265170"/>
            <a:ext cx="109220" cy="1092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89935" y="2636520"/>
            <a:ext cx="109220" cy="10922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5" idx="3"/>
            <a:endCxn id="8" idx="7"/>
          </p:cNvCxnSpPr>
          <p:nvPr/>
        </p:nvCxnSpPr>
        <p:spPr>
          <a:xfrm flipH="1">
            <a:off x="3383280" y="2104390"/>
            <a:ext cx="725170" cy="548005"/>
          </a:xfrm>
          <a:prstGeom prst="line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 Box 12"/>
          <p:cNvSpPr txBox="1"/>
          <p:nvPr/>
        </p:nvSpPr>
        <p:spPr>
          <a:xfrm>
            <a:off x="3590925" y="2360295"/>
            <a:ext cx="3098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Presentation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Trebuchet MS</vt:lpstr>
      <vt:lpstr>Microsoft YaHei</vt:lpstr>
      <vt:lpstr>Droid Sans Fallback</vt:lpstr>
      <vt:lpstr>SimSun</vt:lpstr>
      <vt:lpstr>东文宋体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linzy5</cp:lastModifiedBy>
  <cp:revision>2</cp:revision>
  <dcterms:created xsi:type="dcterms:W3CDTF">2025-10-14T06:38:25Z</dcterms:created>
  <dcterms:modified xsi:type="dcterms:W3CDTF">2025-10-14T06:38:25Z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1033-11.1.0.11691</vt:lpwstr>
  </property>
</Properties>
</file>